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Sz cx="3600450" cy="5327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25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871910"/>
            <a:ext cx="3060383" cy="1854811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2798250"/>
            <a:ext cx="2700338" cy="1286282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02DD-292D-4F0E-BE93-1CEF44E5CDB7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4398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A85C915E-9D81-4811-92AB-11DB62FDF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" y="0"/>
            <a:ext cx="3599516" cy="53276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13" y="283649"/>
            <a:ext cx="2752224" cy="737698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902" y="1212246"/>
            <a:ext cx="2912646" cy="3295586"/>
          </a:xfrm>
        </p:spPr>
        <p:txBody>
          <a:bodyPr/>
          <a:lstStyle>
            <a:lvl1pPr marL="0" indent="0" algn="l" eaLnBrk="0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95173" y="4888796"/>
            <a:ext cx="810101" cy="188647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06BD2F0-FD96-4DCD-AB7E-D50D06458E79}" type="slidenum">
              <a:rPr kumimoji="1" lang="ja-JP" altLang="en-US" smtClean="0"/>
              <a:pPr algn="ctr"/>
              <a:t>‹#›</a:t>
            </a:fld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8C9215-0645-E999-0D7E-9144700A8E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3901" y="4523873"/>
            <a:ext cx="2912646" cy="220847"/>
          </a:xfrm>
        </p:spPr>
        <p:txBody>
          <a:bodyPr/>
          <a:lstStyle>
            <a:lvl1pPr algn="r">
              <a:buNone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3297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1328214"/>
            <a:ext cx="3105388" cy="2216154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3565334"/>
            <a:ext cx="3105388" cy="1165423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1002-A5DE-44E7-8813-A7CB7F9EA300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06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1418240"/>
            <a:ext cx="1530191" cy="3380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1418240"/>
            <a:ext cx="1530191" cy="3380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C8F5-E6FA-42C1-8CB0-1E146B83A945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938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83649"/>
            <a:ext cx="3105388" cy="102976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1306014"/>
            <a:ext cx="1523159" cy="640058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946072"/>
            <a:ext cx="1523159" cy="2862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1306014"/>
            <a:ext cx="1530660" cy="640058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946072"/>
            <a:ext cx="1530660" cy="2862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81877-CB75-4E0F-82A3-836E7D99BE31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07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20B3E-3195-45DF-91C8-22B079C9736B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73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425F-021C-41A9-81D0-1E965A9D169D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09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55177"/>
            <a:ext cx="1161239" cy="1243118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767084"/>
            <a:ext cx="1822728" cy="3786085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598295"/>
            <a:ext cx="1161239" cy="2961039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85F15-4E65-48E6-B073-F2D3A54E62B0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24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55177"/>
            <a:ext cx="1161239" cy="1243118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767084"/>
            <a:ext cx="1822728" cy="3786085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598295"/>
            <a:ext cx="1161239" cy="2961039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8296-2EED-4A9E-A203-BC139F7A7F49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95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17194-DB43-471C-B1B3-AAA63FAB7F5D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40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283648"/>
            <a:ext cx="776347" cy="451493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283648"/>
            <a:ext cx="2284035" cy="45149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16E6-DAAD-42B6-9E58-894DDA59BB67}" type="datetime1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BD2F0-FD96-4DCD-AB7E-D50D06458E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37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283649"/>
            <a:ext cx="3105388" cy="10297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1418240"/>
            <a:ext cx="3105388" cy="3380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4937943"/>
            <a:ext cx="810101" cy="283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F593C-5B1F-43BD-AD86-F8A1692877CC}" type="datetime1">
              <a:rPr lang="ja-JP" altLang="en-US" smtClean="0"/>
              <a:t>2026/8/20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4937943"/>
            <a:ext cx="1215152" cy="283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4937943"/>
            <a:ext cx="810101" cy="283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18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kumimoji="1"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HintBook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源ノ角ゴシック">
      <a:majorFont>
        <a:latin typeface="源ノ角ゴシック JP Heavy"/>
        <a:ea typeface="源ノ角ゴシック JP Heavy"/>
        <a:cs typeface=""/>
      </a:majorFont>
      <a:minorFont>
        <a:latin typeface="源ノ角ゴシック JP Medium"/>
        <a:ea typeface="源ノ角ゴシック JP Medium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intBook" id="{6B079317-6AC9-41BE-B242-98374C02AF1D}" vid="{A1324DC6-4261-49D9-B254-1992F4EF71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HintBook</Template>
  <TotalTime>0</TotalTime>
  <Words>0</Words>
  <Application>Microsoft Office PowerPoint</Application>
  <PresentationFormat>ユーザー設定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源ノ角ゴシック JP Heavy</vt:lpstr>
      <vt:lpstr>源ノ角ゴシック JP Medium</vt:lpstr>
      <vt:lpstr>Arial</vt:lpstr>
      <vt:lpstr>HintBook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涼馬 竹田</dc:creator>
  <cp:lastModifiedBy>涼馬 竹田</cp:lastModifiedBy>
  <cp:revision>4</cp:revision>
  <dcterms:created xsi:type="dcterms:W3CDTF">2026-08-19T18:16:43Z</dcterms:created>
  <dcterms:modified xsi:type="dcterms:W3CDTF">2026-08-19T18:27:13Z</dcterms:modified>
</cp:coreProperties>
</file>